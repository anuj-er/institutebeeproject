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74" r:id="rId12"/>
  </p:sldIdLst>
  <p:sldSz cx="9144000" cy="6858000" type="screen4x3"/>
  <p:notesSz cx="6858000" cy="9144000"/>
  <p:embeddedFontLst>
    <p:embeddedFont>
      <p:font typeface="Candara" panose="020E0502030303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0xsihnaAQnR/7PSBjVcidkV3V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6"/>
    <p:restoredTop sz="94710"/>
  </p:normalViewPr>
  <p:slideViewPr>
    <p:cSldViewPr snapToGrid="0">
      <p:cViewPr varScale="1">
        <p:scale>
          <a:sx n="84" d="100"/>
          <a:sy n="84" d="100"/>
        </p:scale>
        <p:origin x="1517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8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8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211606" y="6356349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7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7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7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7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7" descr="LOGO.gif"/>
            <p:cNvPicPr preferRelativeResize="0"/>
            <p:nvPr/>
          </p:nvPicPr>
          <p:blipFill rotWithShape="1">
            <a:blip r:embed="rId4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7" descr="logo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pmjs.com/package/cors" TargetMode="External"/><Relationship Id="rId3" Type="http://schemas.openxmlformats.org/officeDocument/2006/relationships/hyperlink" Target="https://expressjs.com/en/guide/routing.html" TargetMode="External"/><Relationship Id="rId7" Type="http://schemas.openxmlformats.org/officeDocument/2006/relationships/hyperlink" Target="https://www.npmjs.com/package/helmet" TargetMode="External"/><Relationship Id="rId2" Type="http://schemas.openxmlformats.org/officeDocument/2006/relationships/hyperlink" Target="https://expressjs.com/en/guide/using-middlewar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pmjs.com/package/morgan" TargetMode="External"/><Relationship Id="rId5" Type="http://schemas.openxmlformats.org/officeDocument/2006/relationships/hyperlink" Target="https://developer.mozilla.org/en-US/docs/Web/HTTP/Status" TargetMode="External"/><Relationship Id="rId4" Type="http://schemas.openxmlformats.org/officeDocument/2006/relationships/hyperlink" Target="https://expressjs.com/en/starter/static-files.html" TargetMode="External"/><Relationship Id="rId9" Type="http://schemas.openxmlformats.org/officeDocument/2006/relationships/hyperlink" Target="https://www.npmjs.com/package/express-rate-limit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CS118</a:t>
            </a:r>
            <a:endParaRPr/>
          </a:p>
        </p:txBody>
      </p:sp>
      <p:sp>
        <p:nvSpPr>
          <p:cNvPr id="47" name="Google Shape;47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" name="Google Shape;48;p1"/>
          <p:cNvSpPr txBox="1"/>
          <p:nvPr/>
        </p:nvSpPr>
        <p:spPr>
          <a:xfrm>
            <a:off x="1289304" y="136525"/>
            <a:ext cx="6940296" cy="5169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 dirty="0">
              <a:solidFill>
                <a:schemeClr val="tx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 dirty="0">
              <a:solidFill>
                <a:srgbClr val="FF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 dirty="0">
              <a:solidFill>
                <a:srgbClr val="FF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 i="0" u="none" strike="noStrike" cap="none" dirty="0">
              <a:solidFill>
                <a:srgbClr val="FF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sng" strike="noStrike" cap="none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BEE – PROJECT EVALAUTION II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b="1" i="0" u="sng" strike="noStrike" cap="none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lvl="8"/>
            <a:r>
              <a:rPr lang="en-US" sz="2000" u="sng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</a:t>
            </a:r>
            <a:r>
              <a:rPr lang="en-US" sz="1800" u="sng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eam Members :</a:t>
            </a:r>
          </a:p>
          <a:p>
            <a:pPr lvl="8"/>
            <a:r>
              <a:rPr lang="en-US" sz="1800" i="0" strike="noStrike" cap="none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Abhinav </a:t>
            </a:r>
            <a:r>
              <a:rPr lang="en-US" sz="1800" i="0" strike="noStrike" cap="none" dirty="0" err="1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Rathee</a:t>
            </a:r>
            <a:r>
              <a:rPr lang="en-US" sz="1800" i="0" strike="noStrike" cap="none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(2310991675)</a:t>
            </a:r>
          </a:p>
          <a:p>
            <a:pPr lvl="8"/>
            <a:r>
              <a:rPr lang="en-US" sz="1800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Akanksha Mishra (2310991681)</a:t>
            </a:r>
          </a:p>
          <a:p>
            <a:pPr lvl="8"/>
            <a:r>
              <a:rPr lang="en-US" sz="1800" i="0" strike="noStrike" cap="none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Anuj Kumar (2310991699)</a:t>
            </a:r>
            <a:br>
              <a:rPr lang="en-US" sz="1800" i="0" strike="noStrike" cap="none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lang="en-US" sz="1800" i="0" strike="noStrike" cap="none" dirty="0" err="1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Anushi</a:t>
            </a:r>
            <a:r>
              <a:rPr lang="en-US" sz="1800" i="0" strike="noStrike" cap="none" dirty="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 (2310991700)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 i="0" u="none" strike="noStrike" cap="none" dirty="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CB2F8-B0EC-6E89-FD3E-DE4C1263E5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259E2-C4C2-AECF-C46A-EA25481BB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416" y="1408176"/>
            <a:ext cx="8153400" cy="47244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Express.js</a:t>
            </a:r>
            <a:r>
              <a:rPr lang="en-US" sz="1900" dirty="0">
                <a:solidFill>
                  <a:schemeClr val="tx1"/>
                </a:solidFill>
              </a:rPr>
              <a:t> is a fast, unopinionated web framework for </a:t>
            </a:r>
            <a:r>
              <a:rPr lang="en-US" sz="1900" b="1" dirty="0">
                <a:solidFill>
                  <a:schemeClr val="tx1"/>
                </a:solidFill>
              </a:rPr>
              <a:t>Node.js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Helps in handling </a:t>
            </a:r>
            <a:r>
              <a:rPr lang="en-US" sz="1900" b="1" dirty="0">
                <a:solidFill>
                  <a:schemeClr val="tx1"/>
                </a:solidFill>
              </a:rPr>
              <a:t>routes, middleware, and HTTP requests</a:t>
            </a:r>
            <a:r>
              <a:rPr lang="en-US" sz="1900" dirty="0">
                <a:solidFill>
                  <a:schemeClr val="tx1"/>
                </a:solidFill>
              </a:rPr>
              <a:t> efficiently.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Used for </a:t>
            </a:r>
            <a:r>
              <a:rPr lang="en-US" sz="1900" b="1" dirty="0">
                <a:solidFill>
                  <a:schemeClr val="tx1"/>
                </a:solidFill>
              </a:rPr>
              <a:t>building APIs and web applications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</a:p>
          <a:p>
            <a:pPr algn="l"/>
            <a:endParaRPr lang="en-IN" sz="19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F6CCB-C3DF-2FCA-A9AA-4B6A684ABE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49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5D311-BDA6-F66C-CC78-07E2D1BA3A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E0A6D-11EF-3312-224D-E4686CA84D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A493102-64DA-D67B-C6A2-772A0C5FC8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26008" y="927581"/>
            <a:ext cx="5949696" cy="5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Institute Management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Directory Structure: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9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Technologies: Node.js, Express.js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A73C9E-14AE-CD7D-7805-52BD0D104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84" y="1627742"/>
            <a:ext cx="6329553" cy="430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08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961C-A760-8265-7EDB-956D1E3E43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Express.js Middleware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62B21-6B50-4ACC-D966-3C7C564B4E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0F3F96B-3D9A-DF82-03B9-F087EBE2EA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2544" y="1064297"/>
            <a:ext cx="7011856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Middleware: Functions executed during request-response lifecycle.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Types: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Built-in (e.g.,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express.json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Application-Level (Custom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middlewares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Router-Level (Applied to specific routes)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Third-Party (morgan,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cors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helmet)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Error-Handling (next(err)</a:t>
            </a:r>
            <a:r>
              <a:rPr lang="en-US" altLang="en-US" sz="19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78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F5D7-2D15-41D8-41F1-99C032F70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5845"/>
            <a:ext cx="6553200" cy="738555"/>
          </a:xfrm>
        </p:spPr>
        <p:txBody>
          <a:bodyPr/>
          <a:lstStyle/>
          <a:p>
            <a:r>
              <a:rPr lang="en-IN" dirty="0"/>
              <a:t>Third-Party </a:t>
            </a:r>
            <a:r>
              <a:rPr lang="en-IN" dirty="0" err="1"/>
              <a:t>Middlewares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9021B-AD9C-B959-2E42-AB8444A701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8A0FA2D-841B-98F1-7E8D-B0EC0023D6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4840" y="1146152"/>
            <a:ext cx="5145961" cy="155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Morgan → Logs HTTP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9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Cors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Enables cross-origin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Helmet → Enhances 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Body-Parser → Parses request body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Express-Rate-Limit → Rate-limiting middleware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26AA12-654C-EAF9-BE8A-F5FD6819E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04" y="3429000"/>
            <a:ext cx="7397106" cy="213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47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65E55-4FA2-1045-3F5D-F29E252F0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4591"/>
            <a:ext cx="6014788" cy="749809"/>
          </a:xfrm>
        </p:spPr>
        <p:txBody>
          <a:bodyPr/>
          <a:lstStyle/>
          <a:p>
            <a:r>
              <a:rPr lang="en-IN" dirty="0"/>
              <a:t>Serving Static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F6E2C-5261-4AD1-4644-AE0AD86A75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AB8D9A1-DB41-912F-B993-5E7B55FE92A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2232" y="1264914"/>
            <a:ext cx="6014788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Static files (HTML, CSS, JS, images) stored in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folder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express.static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to serve them.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BA8498-1F05-0BE6-F2E1-5E2BE277D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34" y="2624328"/>
            <a:ext cx="7545923" cy="97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9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8250-CECA-8E18-0848-E808FA26B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9223"/>
            <a:ext cx="5888736" cy="265177"/>
          </a:xfrm>
        </p:spPr>
        <p:txBody>
          <a:bodyPr/>
          <a:lstStyle/>
          <a:p>
            <a:r>
              <a:rPr lang="en-IN" dirty="0"/>
              <a:t>Routing in Express.js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77DB7-430B-FB19-501D-937E967BC9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3F9BC44-5ADD-B81D-D184-80A1CF5D44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41376" y="1319668"/>
            <a:ext cx="5474576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Route Methods: GET, POST, PUT, DELETE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Route Paths: Define URL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Route Parameters: Capture dynamic values in URLs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3E70B-C9BF-EFC0-81DD-7CAD850BF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82" y="2880360"/>
            <a:ext cx="6768165" cy="250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3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4AE2-BBD7-0F80-CBF4-A47205577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6553200" cy="914400"/>
          </a:xfrm>
        </p:spPr>
        <p:txBody>
          <a:bodyPr/>
          <a:lstStyle/>
          <a:p>
            <a:r>
              <a:rPr lang="en-US" dirty="0"/>
              <a:t>Express Router for Modular Routing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0A6A4-DFC0-60B4-1726-FE042B7C6D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CC0A86A-75FD-4623-FF4D-7046C991785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1509" y="1328702"/>
            <a:ext cx="4677884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express.Router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helps separate route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Keeps code clean and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maintainable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27209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F64D8-93E4-D1EB-8825-80817881F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94943"/>
            <a:ext cx="6442140" cy="219457"/>
          </a:xfrm>
        </p:spPr>
        <p:txBody>
          <a:bodyPr/>
          <a:lstStyle/>
          <a:p>
            <a:r>
              <a:rPr lang="en-US" dirty="0"/>
              <a:t>Exception Handling in Express.js</a:t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1F946-A173-414E-9F6D-D66AFCC3C9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FBE37A1-751A-4E2C-18F0-5477A0D486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14528" y="914401"/>
            <a:ext cx="6027612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Handle errors globally using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error-handling middleware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 next(err) to forward errors.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03D32E-8A14-AF50-C4BA-1C085CF1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74" y="2544890"/>
            <a:ext cx="7687748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565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D47A-0A44-1C76-473D-82418C402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328" y="118237"/>
            <a:ext cx="5486400" cy="914400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B7968-E382-5D9B-A65F-347F2D075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936" y="1180777"/>
            <a:ext cx="8504360" cy="554069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800" dirty="0"/>
              <a:t>Express.js &amp; Middleware</a:t>
            </a:r>
          </a:p>
          <a:p>
            <a:pPr lvl="1" algn="l"/>
            <a:r>
              <a:rPr lang="en-IN" sz="1400" dirty="0">
                <a:hlinkClick r:id="rId2"/>
              </a:rPr>
              <a:t>https://expressjs.com/en/guide/using-middleware.html</a:t>
            </a:r>
            <a:endParaRPr lang="en-IN" sz="1400" dirty="0"/>
          </a:p>
          <a:p>
            <a:pPr lvl="1" algn="l"/>
            <a:r>
              <a:rPr lang="en-IN" sz="1400" dirty="0">
                <a:hlinkClick r:id="rId3"/>
              </a:rPr>
              <a:t>https://expressjs.com/en/guide/routing.html</a:t>
            </a:r>
            <a:endParaRPr lang="en-IN" sz="1400" dirty="0"/>
          </a:p>
          <a:p>
            <a:pPr algn="l"/>
            <a:endParaRPr lang="en-IN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dirty="0"/>
              <a:t>Handling Static Files &amp; Routing</a:t>
            </a:r>
          </a:p>
          <a:p>
            <a:pPr lvl="1" algn="l"/>
            <a:r>
              <a:rPr lang="en-IN" sz="1400" dirty="0">
                <a:hlinkClick r:id="rId4"/>
              </a:rPr>
              <a:t>https://expressjs.com/en/starter/static-files.html</a:t>
            </a:r>
            <a:endParaRPr lang="en-IN" sz="1400" dirty="0"/>
          </a:p>
          <a:p>
            <a:pPr algn="l"/>
            <a:endParaRPr lang="en-IN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dirty="0"/>
              <a:t>Error Handling &amp; Status Codes</a:t>
            </a:r>
          </a:p>
          <a:p>
            <a:pPr lvl="1" algn="l"/>
            <a:r>
              <a:rPr lang="en-IN" sz="1400" dirty="0">
                <a:hlinkClick r:id="rId5"/>
              </a:rPr>
              <a:t>https://developer.mozilla.org/en-US/docs/We/Statusb/HTTP</a:t>
            </a:r>
            <a:endParaRPr lang="en-IN" sz="1400" dirty="0"/>
          </a:p>
          <a:p>
            <a:pPr algn="l"/>
            <a:endParaRPr lang="en-IN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800" dirty="0"/>
              <a:t>Third-Party Middleware</a:t>
            </a:r>
          </a:p>
          <a:p>
            <a:pPr lvl="1" algn="l"/>
            <a:r>
              <a:rPr lang="en-IN" sz="1400" dirty="0">
                <a:hlinkClick r:id="rId6"/>
              </a:rPr>
              <a:t>https://www.npmjs.com/package/morgan</a:t>
            </a:r>
            <a:endParaRPr lang="en-IN" sz="1400" dirty="0"/>
          </a:p>
          <a:p>
            <a:pPr lvl="1" algn="l"/>
            <a:r>
              <a:rPr lang="en-IN" sz="1400" dirty="0">
                <a:hlinkClick r:id="rId7"/>
              </a:rPr>
              <a:t>https://www.npmjs.com/package/helmet</a:t>
            </a:r>
            <a:endParaRPr lang="en-IN" sz="1400" dirty="0"/>
          </a:p>
          <a:p>
            <a:pPr lvl="1" algn="l"/>
            <a:r>
              <a:rPr lang="en-IN" sz="1400" dirty="0">
                <a:hlinkClick r:id="rId8"/>
              </a:rPr>
              <a:t>https://www.npmjs.com/package/cors</a:t>
            </a:r>
            <a:endParaRPr lang="en-IN" sz="1400" dirty="0"/>
          </a:p>
          <a:p>
            <a:pPr lvl="1" algn="l"/>
            <a:r>
              <a:rPr lang="en-IN" sz="1400" dirty="0">
                <a:hlinkClick r:id="rId9"/>
              </a:rPr>
              <a:t>https://www.npmjs.com/package/express-rate-limit</a:t>
            </a:r>
            <a:endParaRPr lang="en-IN" sz="1400" dirty="0"/>
          </a:p>
          <a:p>
            <a:pPr algn="l"/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57286-609B-5BFF-2459-D1ACE579D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84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B818-C907-58DD-ED6A-8885F28656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1166B-8578-311E-52F8-8E0AD8BE5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928" y="1325880"/>
            <a:ext cx="8153400" cy="4724400"/>
          </a:xfrm>
        </p:spPr>
        <p:txBody>
          <a:bodyPr/>
          <a:lstStyle/>
          <a:p>
            <a:endParaRPr lang="en-US" sz="9600" dirty="0"/>
          </a:p>
          <a:p>
            <a:r>
              <a:rPr lang="en-US" sz="9600" dirty="0"/>
              <a:t>The 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82C9D-A5CD-F9B0-9203-EB86EDCF2C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31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413</Words>
  <Application>Microsoft Office PowerPoint</Application>
  <PresentationFormat>On-screen Show (4:3)</PresentationFormat>
  <Paragraphs>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Candara</vt:lpstr>
      <vt:lpstr>Calibri</vt:lpstr>
      <vt:lpstr>Office Theme</vt:lpstr>
      <vt:lpstr>PowerPoint Presentation</vt:lpstr>
      <vt:lpstr>Introduction</vt:lpstr>
      <vt:lpstr>Project Overview</vt:lpstr>
      <vt:lpstr>Express.js Middleware</vt:lpstr>
      <vt:lpstr>Third-Party Middlewares</vt:lpstr>
      <vt:lpstr>Serving Static Files</vt:lpstr>
      <vt:lpstr>Routing in Express.js </vt:lpstr>
      <vt:lpstr>Express Router for Modular Routing</vt:lpstr>
      <vt:lpstr>Exception Handling in Express.js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ANUSHI .</cp:lastModifiedBy>
  <cp:revision>14</cp:revision>
  <dcterms:created xsi:type="dcterms:W3CDTF">2010-04-09T07:36:15Z</dcterms:created>
  <dcterms:modified xsi:type="dcterms:W3CDTF">2025-03-07T04:06:28Z</dcterms:modified>
</cp:coreProperties>
</file>